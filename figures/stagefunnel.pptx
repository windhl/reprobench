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7740650" cy="3492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0"/>
  </p:normalViewPr>
  <p:slideViewPr>
    <p:cSldViewPr snapToGrid="0">
      <p:cViewPr>
        <p:scale>
          <a:sx n="133" d="100"/>
          <a:sy n="133" d="100"/>
        </p:scale>
        <p:origin x="344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7581" y="571574"/>
            <a:ext cx="5805488" cy="1215907"/>
          </a:xfrm>
        </p:spPr>
        <p:txBody>
          <a:bodyPr anchor="b"/>
          <a:lstStyle>
            <a:lvl1pPr algn="ctr">
              <a:defRPr sz="305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7581" y="1834371"/>
            <a:ext cx="5805488" cy="843212"/>
          </a:xfrm>
        </p:spPr>
        <p:txBody>
          <a:bodyPr/>
          <a:lstStyle>
            <a:lvl1pPr marL="0" indent="0" algn="ctr">
              <a:buNone/>
              <a:defRPr sz="1222"/>
            </a:lvl1pPr>
            <a:lvl2pPr marL="232852" indent="0" algn="ctr">
              <a:buNone/>
              <a:defRPr sz="1019"/>
            </a:lvl2pPr>
            <a:lvl3pPr marL="465704" indent="0" algn="ctr">
              <a:buNone/>
              <a:defRPr sz="917"/>
            </a:lvl3pPr>
            <a:lvl4pPr marL="698556" indent="0" algn="ctr">
              <a:buNone/>
              <a:defRPr sz="815"/>
            </a:lvl4pPr>
            <a:lvl5pPr marL="931408" indent="0" algn="ctr">
              <a:buNone/>
              <a:defRPr sz="815"/>
            </a:lvl5pPr>
            <a:lvl6pPr marL="1164260" indent="0" algn="ctr">
              <a:buNone/>
              <a:defRPr sz="815"/>
            </a:lvl6pPr>
            <a:lvl7pPr marL="1397112" indent="0" algn="ctr">
              <a:buNone/>
              <a:defRPr sz="815"/>
            </a:lvl7pPr>
            <a:lvl8pPr marL="1629964" indent="0" algn="ctr">
              <a:buNone/>
              <a:defRPr sz="815"/>
            </a:lvl8pPr>
            <a:lvl9pPr marL="1862816" indent="0" algn="ctr">
              <a:buNone/>
              <a:defRPr sz="81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C49-BE10-F34F-A44F-6E031520F95E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ACC-937C-5C4E-A892-DC0DFB61E9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2633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C49-BE10-F34F-A44F-6E031520F95E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ACC-937C-5C4E-A892-DC0DFB61E9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1236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138" y="870700"/>
            <a:ext cx="6676311" cy="1452783"/>
          </a:xfrm>
        </p:spPr>
        <p:txBody>
          <a:bodyPr anchor="b"/>
          <a:lstStyle>
            <a:lvl1pPr>
              <a:defRPr sz="305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8138" y="2337227"/>
            <a:ext cx="6676311" cy="763984"/>
          </a:xfrm>
        </p:spPr>
        <p:txBody>
          <a:bodyPr/>
          <a:lstStyle>
            <a:lvl1pPr marL="0" indent="0">
              <a:buNone/>
              <a:defRPr sz="1222">
                <a:solidFill>
                  <a:schemeClr val="tx1">
                    <a:tint val="75000"/>
                  </a:schemeClr>
                </a:solidFill>
              </a:defRPr>
            </a:lvl1pPr>
            <a:lvl2pPr marL="232852" indent="0">
              <a:buNone/>
              <a:defRPr sz="1019">
                <a:solidFill>
                  <a:schemeClr val="tx1">
                    <a:tint val="75000"/>
                  </a:schemeClr>
                </a:solidFill>
              </a:defRPr>
            </a:lvl2pPr>
            <a:lvl3pPr marL="465704" indent="0">
              <a:buNone/>
              <a:defRPr sz="917">
                <a:solidFill>
                  <a:schemeClr val="tx1">
                    <a:tint val="75000"/>
                  </a:schemeClr>
                </a:solidFill>
              </a:defRPr>
            </a:lvl3pPr>
            <a:lvl4pPr marL="698556" indent="0">
              <a:buNone/>
              <a:defRPr sz="815">
                <a:solidFill>
                  <a:schemeClr val="tx1">
                    <a:tint val="75000"/>
                  </a:schemeClr>
                </a:solidFill>
              </a:defRPr>
            </a:lvl4pPr>
            <a:lvl5pPr marL="931408" indent="0">
              <a:buNone/>
              <a:defRPr sz="815">
                <a:solidFill>
                  <a:schemeClr val="tx1">
                    <a:tint val="75000"/>
                  </a:schemeClr>
                </a:solidFill>
              </a:defRPr>
            </a:lvl5pPr>
            <a:lvl6pPr marL="1164260" indent="0">
              <a:buNone/>
              <a:defRPr sz="815">
                <a:solidFill>
                  <a:schemeClr val="tx1">
                    <a:tint val="75000"/>
                  </a:schemeClr>
                </a:solidFill>
              </a:defRPr>
            </a:lvl6pPr>
            <a:lvl7pPr marL="1397112" indent="0">
              <a:buNone/>
              <a:defRPr sz="815">
                <a:solidFill>
                  <a:schemeClr val="tx1">
                    <a:tint val="75000"/>
                  </a:schemeClr>
                </a:solidFill>
              </a:defRPr>
            </a:lvl7pPr>
            <a:lvl8pPr marL="1629964" indent="0">
              <a:buNone/>
              <a:defRPr sz="815">
                <a:solidFill>
                  <a:schemeClr val="tx1">
                    <a:tint val="75000"/>
                  </a:schemeClr>
                </a:solidFill>
              </a:defRPr>
            </a:lvl8pPr>
            <a:lvl9pPr marL="1862816" indent="0">
              <a:buNone/>
              <a:defRPr sz="8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C49-BE10-F34F-A44F-6E031520F95E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ACC-937C-5C4E-A892-DC0DFB61E9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0548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2170" y="929717"/>
            <a:ext cx="3289776" cy="22159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18704" y="929717"/>
            <a:ext cx="3289776" cy="22159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C49-BE10-F34F-A44F-6E031520F95E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ACC-937C-5C4E-A892-DC0DFB61E9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1172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178" y="185944"/>
            <a:ext cx="6676311" cy="6750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178" y="856148"/>
            <a:ext cx="3274657" cy="419585"/>
          </a:xfrm>
        </p:spPr>
        <p:txBody>
          <a:bodyPr anchor="b"/>
          <a:lstStyle>
            <a:lvl1pPr marL="0" indent="0">
              <a:buNone/>
              <a:defRPr sz="1222" b="1"/>
            </a:lvl1pPr>
            <a:lvl2pPr marL="232852" indent="0">
              <a:buNone/>
              <a:defRPr sz="1019" b="1"/>
            </a:lvl2pPr>
            <a:lvl3pPr marL="465704" indent="0">
              <a:buNone/>
              <a:defRPr sz="917" b="1"/>
            </a:lvl3pPr>
            <a:lvl4pPr marL="698556" indent="0">
              <a:buNone/>
              <a:defRPr sz="815" b="1"/>
            </a:lvl4pPr>
            <a:lvl5pPr marL="931408" indent="0">
              <a:buNone/>
              <a:defRPr sz="815" b="1"/>
            </a:lvl5pPr>
            <a:lvl6pPr marL="1164260" indent="0">
              <a:buNone/>
              <a:defRPr sz="815" b="1"/>
            </a:lvl6pPr>
            <a:lvl7pPr marL="1397112" indent="0">
              <a:buNone/>
              <a:defRPr sz="815" b="1"/>
            </a:lvl7pPr>
            <a:lvl8pPr marL="1629964" indent="0">
              <a:buNone/>
              <a:defRPr sz="815" b="1"/>
            </a:lvl8pPr>
            <a:lvl9pPr marL="1862816" indent="0">
              <a:buNone/>
              <a:defRPr sz="81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178" y="1275732"/>
            <a:ext cx="3274657" cy="18764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18704" y="856148"/>
            <a:ext cx="3290784" cy="419585"/>
          </a:xfrm>
        </p:spPr>
        <p:txBody>
          <a:bodyPr anchor="b"/>
          <a:lstStyle>
            <a:lvl1pPr marL="0" indent="0">
              <a:buNone/>
              <a:defRPr sz="1222" b="1"/>
            </a:lvl1pPr>
            <a:lvl2pPr marL="232852" indent="0">
              <a:buNone/>
              <a:defRPr sz="1019" b="1"/>
            </a:lvl2pPr>
            <a:lvl3pPr marL="465704" indent="0">
              <a:buNone/>
              <a:defRPr sz="917" b="1"/>
            </a:lvl3pPr>
            <a:lvl4pPr marL="698556" indent="0">
              <a:buNone/>
              <a:defRPr sz="815" b="1"/>
            </a:lvl4pPr>
            <a:lvl5pPr marL="931408" indent="0">
              <a:buNone/>
              <a:defRPr sz="815" b="1"/>
            </a:lvl5pPr>
            <a:lvl6pPr marL="1164260" indent="0">
              <a:buNone/>
              <a:defRPr sz="815" b="1"/>
            </a:lvl6pPr>
            <a:lvl7pPr marL="1397112" indent="0">
              <a:buNone/>
              <a:defRPr sz="815" b="1"/>
            </a:lvl7pPr>
            <a:lvl8pPr marL="1629964" indent="0">
              <a:buNone/>
              <a:defRPr sz="815" b="1"/>
            </a:lvl8pPr>
            <a:lvl9pPr marL="1862816" indent="0">
              <a:buNone/>
              <a:defRPr sz="81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18704" y="1275732"/>
            <a:ext cx="3290784" cy="18764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C49-BE10-F34F-A44F-6E031520F95E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ACC-937C-5C4E-A892-DC0DFB61E9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981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C49-BE10-F34F-A44F-6E031520F95E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ACC-937C-5C4E-A892-DC0DFB61E9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897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C49-BE10-F34F-A44F-6E031520F95E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ACC-937C-5C4E-A892-DC0DFB61E9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8697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178" y="232833"/>
            <a:ext cx="2496561" cy="814917"/>
          </a:xfrm>
        </p:spPr>
        <p:txBody>
          <a:bodyPr anchor="b"/>
          <a:lstStyle>
            <a:lvl1pPr>
              <a:defRPr sz="16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0784" y="502855"/>
            <a:ext cx="3918704" cy="2481939"/>
          </a:xfrm>
        </p:spPr>
        <p:txBody>
          <a:bodyPr/>
          <a:lstStyle>
            <a:lvl1pPr>
              <a:defRPr sz="1630"/>
            </a:lvl1pPr>
            <a:lvl2pPr>
              <a:defRPr sz="1426"/>
            </a:lvl2pPr>
            <a:lvl3pPr>
              <a:defRPr sz="1222"/>
            </a:lvl3pPr>
            <a:lvl4pPr>
              <a:defRPr sz="1019"/>
            </a:lvl4pPr>
            <a:lvl5pPr>
              <a:defRPr sz="1019"/>
            </a:lvl5pPr>
            <a:lvl6pPr>
              <a:defRPr sz="1019"/>
            </a:lvl6pPr>
            <a:lvl7pPr>
              <a:defRPr sz="1019"/>
            </a:lvl7pPr>
            <a:lvl8pPr>
              <a:defRPr sz="1019"/>
            </a:lvl8pPr>
            <a:lvl9pPr>
              <a:defRPr sz="101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178" y="1047750"/>
            <a:ext cx="2496561" cy="1941086"/>
          </a:xfrm>
        </p:spPr>
        <p:txBody>
          <a:bodyPr/>
          <a:lstStyle>
            <a:lvl1pPr marL="0" indent="0">
              <a:buNone/>
              <a:defRPr sz="815"/>
            </a:lvl1pPr>
            <a:lvl2pPr marL="232852" indent="0">
              <a:buNone/>
              <a:defRPr sz="713"/>
            </a:lvl2pPr>
            <a:lvl3pPr marL="465704" indent="0">
              <a:buNone/>
              <a:defRPr sz="611"/>
            </a:lvl3pPr>
            <a:lvl4pPr marL="698556" indent="0">
              <a:buNone/>
              <a:defRPr sz="509"/>
            </a:lvl4pPr>
            <a:lvl5pPr marL="931408" indent="0">
              <a:buNone/>
              <a:defRPr sz="509"/>
            </a:lvl5pPr>
            <a:lvl6pPr marL="1164260" indent="0">
              <a:buNone/>
              <a:defRPr sz="509"/>
            </a:lvl6pPr>
            <a:lvl7pPr marL="1397112" indent="0">
              <a:buNone/>
              <a:defRPr sz="509"/>
            </a:lvl7pPr>
            <a:lvl8pPr marL="1629964" indent="0">
              <a:buNone/>
              <a:defRPr sz="509"/>
            </a:lvl8pPr>
            <a:lvl9pPr marL="1862816" indent="0">
              <a:buNone/>
              <a:defRPr sz="5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C49-BE10-F34F-A44F-6E031520F95E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ACC-937C-5C4E-A892-DC0DFB61E9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8149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178" y="232833"/>
            <a:ext cx="2496561" cy="814917"/>
          </a:xfrm>
        </p:spPr>
        <p:txBody>
          <a:bodyPr anchor="b"/>
          <a:lstStyle>
            <a:lvl1pPr>
              <a:defRPr sz="16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90784" y="502855"/>
            <a:ext cx="3918704" cy="2481939"/>
          </a:xfrm>
        </p:spPr>
        <p:txBody>
          <a:bodyPr anchor="t"/>
          <a:lstStyle>
            <a:lvl1pPr marL="0" indent="0">
              <a:buNone/>
              <a:defRPr sz="1630"/>
            </a:lvl1pPr>
            <a:lvl2pPr marL="232852" indent="0">
              <a:buNone/>
              <a:defRPr sz="1426"/>
            </a:lvl2pPr>
            <a:lvl3pPr marL="465704" indent="0">
              <a:buNone/>
              <a:defRPr sz="1222"/>
            </a:lvl3pPr>
            <a:lvl4pPr marL="698556" indent="0">
              <a:buNone/>
              <a:defRPr sz="1019"/>
            </a:lvl4pPr>
            <a:lvl5pPr marL="931408" indent="0">
              <a:buNone/>
              <a:defRPr sz="1019"/>
            </a:lvl5pPr>
            <a:lvl6pPr marL="1164260" indent="0">
              <a:buNone/>
              <a:defRPr sz="1019"/>
            </a:lvl6pPr>
            <a:lvl7pPr marL="1397112" indent="0">
              <a:buNone/>
              <a:defRPr sz="1019"/>
            </a:lvl7pPr>
            <a:lvl8pPr marL="1629964" indent="0">
              <a:buNone/>
              <a:defRPr sz="1019"/>
            </a:lvl8pPr>
            <a:lvl9pPr marL="1862816" indent="0">
              <a:buNone/>
              <a:defRPr sz="101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178" y="1047750"/>
            <a:ext cx="2496561" cy="1941086"/>
          </a:xfrm>
        </p:spPr>
        <p:txBody>
          <a:bodyPr/>
          <a:lstStyle>
            <a:lvl1pPr marL="0" indent="0">
              <a:buNone/>
              <a:defRPr sz="815"/>
            </a:lvl1pPr>
            <a:lvl2pPr marL="232852" indent="0">
              <a:buNone/>
              <a:defRPr sz="713"/>
            </a:lvl2pPr>
            <a:lvl3pPr marL="465704" indent="0">
              <a:buNone/>
              <a:defRPr sz="611"/>
            </a:lvl3pPr>
            <a:lvl4pPr marL="698556" indent="0">
              <a:buNone/>
              <a:defRPr sz="509"/>
            </a:lvl4pPr>
            <a:lvl5pPr marL="931408" indent="0">
              <a:buNone/>
              <a:defRPr sz="509"/>
            </a:lvl5pPr>
            <a:lvl6pPr marL="1164260" indent="0">
              <a:buNone/>
              <a:defRPr sz="509"/>
            </a:lvl6pPr>
            <a:lvl7pPr marL="1397112" indent="0">
              <a:buNone/>
              <a:defRPr sz="509"/>
            </a:lvl7pPr>
            <a:lvl8pPr marL="1629964" indent="0">
              <a:buNone/>
              <a:defRPr sz="509"/>
            </a:lvl8pPr>
            <a:lvl9pPr marL="1862816" indent="0">
              <a:buNone/>
              <a:defRPr sz="5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C49-BE10-F34F-A44F-6E031520F95E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ACC-937C-5C4E-A892-DC0DFB61E9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9668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C49-BE10-F34F-A44F-6E031520F95E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ACC-937C-5C4E-A892-DC0DFB61E9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1856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9402" y="185943"/>
            <a:ext cx="1669078" cy="295973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2170" y="185943"/>
            <a:ext cx="4910475" cy="295973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89C49-BE10-F34F-A44F-6E031520F95E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ACC-937C-5C4E-A892-DC0DFB61E9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2312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2170" y="185944"/>
            <a:ext cx="6676311" cy="6750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2170" y="929717"/>
            <a:ext cx="6676311" cy="2215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170" y="3237030"/>
            <a:ext cx="1741646" cy="1859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89C49-BE10-F34F-A44F-6E031520F95E}" type="datetimeFigureOut">
              <a:rPr kumimoji="1" lang="zh-CN" altLang="en-US" smtClean="0"/>
              <a:t>2026/7/28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64091" y="3237030"/>
            <a:ext cx="2612469" cy="1859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6834" y="3237030"/>
            <a:ext cx="1741646" cy="1859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2FACC-937C-5C4E-A892-DC0DFB61E9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996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65704" rtl="0" eaLnBrk="1" latinLnBrk="0" hangingPunct="1">
        <a:lnSpc>
          <a:spcPct val="90000"/>
        </a:lnSpc>
        <a:spcBef>
          <a:spcPct val="0"/>
        </a:spcBef>
        <a:buNone/>
        <a:defRPr sz="22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426" indent="-116426" algn="l" defTabSz="465704" rtl="0" eaLnBrk="1" latinLnBrk="0" hangingPunct="1">
        <a:lnSpc>
          <a:spcPct val="90000"/>
        </a:lnSpc>
        <a:spcBef>
          <a:spcPts val="509"/>
        </a:spcBef>
        <a:buFont typeface="Arial" panose="020B0604020202020204" pitchFamily="34" charset="0"/>
        <a:buChar char="•"/>
        <a:defRPr sz="1426" kern="1200">
          <a:solidFill>
            <a:schemeClr val="tx1"/>
          </a:solidFill>
          <a:latin typeface="+mn-lt"/>
          <a:ea typeface="+mn-ea"/>
          <a:cs typeface="+mn-cs"/>
        </a:defRPr>
      </a:lvl1pPr>
      <a:lvl2pPr marL="349278" indent="-116426" algn="l" defTabSz="465704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222" kern="1200">
          <a:solidFill>
            <a:schemeClr val="tx1"/>
          </a:solidFill>
          <a:latin typeface="+mn-lt"/>
          <a:ea typeface="+mn-ea"/>
          <a:cs typeface="+mn-cs"/>
        </a:defRPr>
      </a:lvl2pPr>
      <a:lvl3pPr marL="582130" indent="-116426" algn="l" defTabSz="465704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019" kern="1200">
          <a:solidFill>
            <a:schemeClr val="tx1"/>
          </a:solidFill>
          <a:latin typeface="+mn-lt"/>
          <a:ea typeface="+mn-ea"/>
          <a:cs typeface="+mn-cs"/>
        </a:defRPr>
      </a:lvl3pPr>
      <a:lvl4pPr marL="814982" indent="-116426" algn="l" defTabSz="465704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17" kern="1200">
          <a:solidFill>
            <a:schemeClr val="tx1"/>
          </a:solidFill>
          <a:latin typeface="+mn-lt"/>
          <a:ea typeface="+mn-ea"/>
          <a:cs typeface="+mn-cs"/>
        </a:defRPr>
      </a:lvl4pPr>
      <a:lvl5pPr marL="1047834" indent="-116426" algn="l" defTabSz="465704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17" kern="1200">
          <a:solidFill>
            <a:schemeClr val="tx1"/>
          </a:solidFill>
          <a:latin typeface="+mn-lt"/>
          <a:ea typeface="+mn-ea"/>
          <a:cs typeface="+mn-cs"/>
        </a:defRPr>
      </a:lvl5pPr>
      <a:lvl6pPr marL="1280686" indent="-116426" algn="l" defTabSz="465704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17" kern="1200">
          <a:solidFill>
            <a:schemeClr val="tx1"/>
          </a:solidFill>
          <a:latin typeface="+mn-lt"/>
          <a:ea typeface="+mn-ea"/>
          <a:cs typeface="+mn-cs"/>
        </a:defRPr>
      </a:lvl6pPr>
      <a:lvl7pPr marL="1513538" indent="-116426" algn="l" defTabSz="465704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17" kern="1200">
          <a:solidFill>
            <a:schemeClr val="tx1"/>
          </a:solidFill>
          <a:latin typeface="+mn-lt"/>
          <a:ea typeface="+mn-ea"/>
          <a:cs typeface="+mn-cs"/>
        </a:defRPr>
      </a:lvl7pPr>
      <a:lvl8pPr marL="1746390" indent="-116426" algn="l" defTabSz="465704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17" kern="1200">
          <a:solidFill>
            <a:schemeClr val="tx1"/>
          </a:solidFill>
          <a:latin typeface="+mn-lt"/>
          <a:ea typeface="+mn-ea"/>
          <a:cs typeface="+mn-cs"/>
        </a:defRPr>
      </a:lvl8pPr>
      <a:lvl9pPr marL="1979242" indent="-116426" algn="l" defTabSz="465704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5704" rtl="0" eaLnBrk="1" latinLnBrk="0" hangingPunct="1">
        <a:defRPr sz="917" kern="1200">
          <a:solidFill>
            <a:schemeClr val="tx1"/>
          </a:solidFill>
          <a:latin typeface="+mn-lt"/>
          <a:ea typeface="+mn-ea"/>
          <a:cs typeface="+mn-cs"/>
        </a:defRPr>
      </a:lvl1pPr>
      <a:lvl2pPr marL="232852" algn="l" defTabSz="465704" rtl="0" eaLnBrk="1" latinLnBrk="0" hangingPunct="1">
        <a:defRPr sz="917" kern="1200">
          <a:solidFill>
            <a:schemeClr val="tx1"/>
          </a:solidFill>
          <a:latin typeface="+mn-lt"/>
          <a:ea typeface="+mn-ea"/>
          <a:cs typeface="+mn-cs"/>
        </a:defRPr>
      </a:lvl2pPr>
      <a:lvl3pPr marL="465704" algn="l" defTabSz="465704" rtl="0" eaLnBrk="1" latinLnBrk="0" hangingPunct="1">
        <a:defRPr sz="917" kern="1200">
          <a:solidFill>
            <a:schemeClr val="tx1"/>
          </a:solidFill>
          <a:latin typeface="+mn-lt"/>
          <a:ea typeface="+mn-ea"/>
          <a:cs typeface="+mn-cs"/>
        </a:defRPr>
      </a:lvl3pPr>
      <a:lvl4pPr marL="698556" algn="l" defTabSz="465704" rtl="0" eaLnBrk="1" latinLnBrk="0" hangingPunct="1">
        <a:defRPr sz="917" kern="1200">
          <a:solidFill>
            <a:schemeClr val="tx1"/>
          </a:solidFill>
          <a:latin typeface="+mn-lt"/>
          <a:ea typeface="+mn-ea"/>
          <a:cs typeface="+mn-cs"/>
        </a:defRPr>
      </a:lvl4pPr>
      <a:lvl5pPr marL="931408" algn="l" defTabSz="465704" rtl="0" eaLnBrk="1" latinLnBrk="0" hangingPunct="1">
        <a:defRPr sz="917" kern="1200">
          <a:solidFill>
            <a:schemeClr val="tx1"/>
          </a:solidFill>
          <a:latin typeface="+mn-lt"/>
          <a:ea typeface="+mn-ea"/>
          <a:cs typeface="+mn-cs"/>
        </a:defRPr>
      </a:lvl5pPr>
      <a:lvl6pPr marL="1164260" algn="l" defTabSz="465704" rtl="0" eaLnBrk="1" latinLnBrk="0" hangingPunct="1">
        <a:defRPr sz="917" kern="1200">
          <a:solidFill>
            <a:schemeClr val="tx1"/>
          </a:solidFill>
          <a:latin typeface="+mn-lt"/>
          <a:ea typeface="+mn-ea"/>
          <a:cs typeface="+mn-cs"/>
        </a:defRPr>
      </a:lvl6pPr>
      <a:lvl7pPr marL="1397112" algn="l" defTabSz="465704" rtl="0" eaLnBrk="1" latinLnBrk="0" hangingPunct="1">
        <a:defRPr sz="917" kern="1200">
          <a:solidFill>
            <a:schemeClr val="tx1"/>
          </a:solidFill>
          <a:latin typeface="+mn-lt"/>
          <a:ea typeface="+mn-ea"/>
          <a:cs typeface="+mn-cs"/>
        </a:defRPr>
      </a:lvl7pPr>
      <a:lvl8pPr marL="1629964" algn="l" defTabSz="465704" rtl="0" eaLnBrk="1" latinLnBrk="0" hangingPunct="1">
        <a:defRPr sz="917" kern="1200">
          <a:solidFill>
            <a:schemeClr val="tx1"/>
          </a:solidFill>
          <a:latin typeface="+mn-lt"/>
          <a:ea typeface="+mn-ea"/>
          <a:cs typeface="+mn-cs"/>
        </a:defRPr>
      </a:lvl8pPr>
      <a:lvl9pPr marL="1862816" algn="l" defTabSz="465704" rtl="0" eaLnBrk="1" latinLnBrk="0" hangingPunct="1">
        <a:defRPr sz="9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515A10C6-03C7-A530-5706-04744BE81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495"/>
            <a:ext cx="7772400" cy="351749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1B0B8E3-99AB-9572-1495-E4EA80551E92}"/>
              </a:ext>
            </a:extLst>
          </p:cNvPr>
          <p:cNvSpPr txBox="1"/>
          <p:nvPr/>
        </p:nvSpPr>
        <p:spPr>
          <a:xfrm>
            <a:off x="5650032" y="1551931"/>
            <a:ext cx="558265" cy="292388"/>
          </a:xfrm>
          <a:prstGeom prst="rect">
            <a:avLst/>
          </a:prstGeom>
          <a:solidFill>
            <a:schemeClr val="bg1"/>
          </a:solidFill>
        </p:spPr>
        <p:txBody>
          <a:bodyPr wrap="square" lIns="90000" rIns="0" rtlCol="0">
            <a:spAutoFit/>
          </a:bodyPr>
          <a:lstStyle/>
          <a:p>
            <a:pPr algn="r"/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</a:t>
            </a:r>
            <a:endParaRPr kumimoji="1" lang="zh-CN" alt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638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</TotalTime>
  <Words>1</Words>
  <Application>Microsoft Macintosh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liang he</dc:creator>
  <cp:lastModifiedBy>liang he</cp:lastModifiedBy>
  <cp:revision>2</cp:revision>
  <dcterms:created xsi:type="dcterms:W3CDTF">2026-07-27T16:19:36Z</dcterms:created>
  <dcterms:modified xsi:type="dcterms:W3CDTF">2026-07-27T16:24:49Z</dcterms:modified>
</cp:coreProperties>
</file>