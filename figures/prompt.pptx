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8" r:id="rId2"/>
  </p:sldIdLst>
  <p:sldSz cx="6480175" cy="3887788"/>
  <p:notesSz cx="6858000" cy="9144000"/>
  <p:defaultTextStyle>
    <a:defPPr>
      <a:defRPr lang="zh-CN"/>
    </a:defPPr>
    <a:lvl1pPr marL="0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1pPr>
    <a:lvl2pPr marL="342281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2pPr>
    <a:lvl3pPr marL="684562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3pPr>
    <a:lvl4pPr marL="1026843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4pPr>
    <a:lvl5pPr marL="1369123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5pPr>
    <a:lvl6pPr marL="1711403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6pPr>
    <a:lvl7pPr marL="2053685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7pPr>
    <a:lvl8pPr marL="2395965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8pPr>
    <a:lvl9pPr marL="2738247" algn="l" defTabSz="684562" rtl="0" eaLnBrk="1" latinLnBrk="0" hangingPunct="1">
      <a:defRPr sz="134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8" autoAdjust="0"/>
    <p:restoredTop sz="94660"/>
  </p:normalViewPr>
  <p:slideViewPr>
    <p:cSldViewPr snapToGrid="0">
      <p:cViewPr>
        <p:scale>
          <a:sx n="150" d="100"/>
          <a:sy n="150" d="100"/>
        </p:scale>
        <p:origin x="1872" y="1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22" y="636266"/>
            <a:ext cx="4860131" cy="1353526"/>
          </a:xfrm>
        </p:spPr>
        <p:txBody>
          <a:bodyPr anchor="b"/>
          <a:lstStyle>
            <a:lvl1pPr algn="ctr">
              <a:defRPr sz="318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041989"/>
            <a:ext cx="4860131" cy="938649"/>
          </a:xfrm>
        </p:spPr>
        <p:txBody>
          <a:bodyPr/>
          <a:lstStyle>
            <a:lvl1pPr marL="0" indent="0" algn="ctr">
              <a:buNone/>
              <a:defRPr sz="1276"/>
            </a:lvl1pPr>
            <a:lvl2pPr marL="243002" indent="0" algn="ctr">
              <a:buNone/>
              <a:defRPr sz="1063"/>
            </a:lvl2pPr>
            <a:lvl3pPr marL="486004" indent="0" algn="ctr">
              <a:buNone/>
              <a:defRPr sz="957"/>
            </a:lvl3pPr>
            <a:lvl4pPr marL="729005" indent="0" algn="ctr">
              <a:buNone/>
              <a:defRPr sz="850"/>
            </a:lvl4pPr>
            <a:lvl5pPr marL="972007" indent="0" algn="ctr">
              <a:buNone/>
              <a:defRPr sz="850"/>
            </a:lvl5pPr>
            <a:lvl6pPr marL="1215009" indent="0" algn="ctr">
              <a:buNone/>
              <a:defRPr sz="850"/>
            </a:lvl6pPr>
            <a:lvl7pPr marL="1458011" indent="0" algn="ctr">
              <a:buNone/>
              <a:defRPr sz="850"/>
            </a:lvl7pPr>
            <a:lvl8pPr marL="1701013" indent="0" algn="ctr">
              <a:buNone/>
              <a:defRPr sz="850"/>
            </a:lvl8pPr>
            <a:lvl9pPr marL="1944014" indent="0" algn="ctr">
              <a:buNone/>
              <a:defRPr sz="85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5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34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969247"/>
            <a:ext cx="5589151" cy="1617212"/>
          </a:xfrm>
        </p:spPr>
        <p:txBody>
          <a:bodyPr anchor="b"/>
          <a:lstStyle>
            <a:lvl1pPr>
              <a:defRPr sz="318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2601759"/>
            <a:ext cx="5589151" cy="850453"/>
          </a:xfrm>
        </p:spPr>
        <p:txBody>
          <a:bodyPr/>
          <a:lstStyle>
            <a:lvl1pPr marL="0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1pPr>
            <a:lvl2pPr marL="243002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2pPr>
            <a:lvl3pPr marL="486004" indent="0">
              <a:buNone/>
              <a:defRPr sz="957">
                <a:solidFill>
                  <a:schemeClr val="tx1">
                    <a:tint val="75000"/>
                  </a:schemeClr>
                </a:solidFill>
              </a:defRPr>
            </a:lvl3pPr>
            <a:lvl4pPr marL="729005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4pPr>
            <a:lvl5pPr marL="972007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5pPr>
            <a:lvl6pPr marL="1215009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6pPr>
            <a:lvl7pPr marL="1458011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7pPr>
            <a:lvl8pPr marL="170101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8pPr>
            <a:lvl9pPr marL="1944014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22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034943"/>
            <a:ext cx="2754074" cy="246676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034943"/>
            <a:ext cx="2754074" cy="246676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21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06989"/>
            <a:ext cx="5589151" cy="7514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6" y="953048"/>
            <a:ext cx="2741418" cy="467074"/>
          </a:xfrm>
        </p:spPr>
        <p:txBody>
          <a:bodyPr anchor="b"/>
          <a:lstStyle>
            <a:lvl1pPr marL="0" indent="0">
              <a:buNone/>
              <a:defRPr sz="1276" b="1"/>
            </a:lvl1pPr>
            <a:lvl2pPr marL="243002" indent="0">
              <a:buNone/>
              <a:defRPr sz="1063" b="1"/>
            </a:lvl2pPr>
            <a:lvl3pPr marL="486004" indent="0">
              <a:buNone/>
              <a:defRPr sz="957" b="1"/>
            </a:lvl3pPr>
            <a:lvl4pPr marL="729005" indent="0">
              <a:buNone/>
              <a:defRPr sz="850" b="1"/>
            </a:lvl4pPr>
            <a:lvl5pPr marL="972007" indent="0">
              <a:buNone/>
              <a:defRPr sz="850" b="1"/>
            </a:lvl5pPr>
            <a:lvl6pPr marL="1215009" indent="0">
              <a:buNone/>
              <a:defRPr sz="850" b="1"/>
            </a:lvl6pPr>
            <a:lvl7pPr marL="1458011" indent="0">
              <a:buNone/>
              <a:defRPr sz="850" b="1"/>
            </a:lvl7pPr>
            <a:lvl8pPr marL="1701013" indent="0">
              <a:buNone/>
              <a:defRPr sz="850" b="1"/>
            </a:lvl8pPr>
            <a:lvl9pPr marL="1944014" indent="0">
              <a:buNone/>
              <a:defRPr sz="85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6" y="1420123"/>
            <a:ext cx="2741418" cy="20887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953048"/>
            <a:ext cx="2754918" cy="467074"/>
          </a:xfrm>
        </p:spPr>
        <p:txBody>
          <a:bodyPr anchor="b"/>
          <a:lstStyle>
            <a:lvl1pPr marL="0" indent="0">
              <a:buNone/>
              <a:defRPr sz="1276" b="1"/>
            </a:lvl1pPr>
            <a:lvl2pPr marL="243002" indent="0">
              <a:buNone/>
              <a:defRPr sz="1063" b="1"/>
            </a:lvl2pPr>
            <a:lvl3pPr marL="486004" indent="0">
              <a:buNone/>
              <a:defRPr sz="957" b="1"/>
            </a:lvl3pPr>
            <a:lvl4pPr marL="729005" indent="0">
              <a:buNone/>
              <a:defRPr sz="850" b="1"/>
            </a:lvl4pPr>
            <a:lvl5pPr marL="972007" indent="0">
              <a:buNone/>
              <a:defRPr sz="850" b="1"/>
            </a:lvl5pPr>
            <a:lvl6pPr marL="1215009" indent="0">
              <a:buNone/>
              <a:defRPr sz="850" b="1"/>
            </a:lvl6pPr>
            <a:lvl7pPr marL="1458011" indent="0">
              <a:buNone/>
              <a:defRPr sz="850" b="1"/>
            </a:lvl7pPr>
            <a:lvl8pPr marL="1701013" indent="0">
              <a:buNone/>
              <a:defRPr sz="850" b="1"/>
            </a:lvl8pPr>
            <a:lvl9pPr marL="1944014" indent="0">
              <a:buNone/>
              <a:defRPr sz="85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420123"/>
            <a:ext cx="2754918" cy="20887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34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75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7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59186"/>
            <a:ext cx="2090025" cy="907151"/>
          </a:xfrm>
        </p:spPr>
        <p:txBody>
          <a:bodyPr anchor="b"/>
          <a:lstStyle>
            <a:lvl1pPr>
              <a:defRPr sz="170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559770"/>
            <a:ext cx="3280589" cy="2762849"/>
          </a:xfrm>
        </p:spPr>
        <p:txBody>
          <a:bodyPr/>
          <a:lstStyle>
            <a:lvl1pPr>
              <a:defRPr sz="1701"/>
            </a:lvl1pPr>
            <a:lvl2pPr>
              <a:defRPr sz="1488"/>
            </a:lvl2pPr>
            <a:lvl3pPr>
              <a:defRPr sz="1276"/>
            </a:lvl3pPr>
            <a:lvl4pPr>
              <a:defRPr sz="1063"/>
            </a:lvl4pPr>
            <a:lvl5pPr>
              <a:defRPr sz="1063"/>
            </a:lvl5pPr>
            <a:lvl6pPr>
              <a:defRPr sz="1063"/>
            </a:lvl6pPr>
            <a:lvl7pPr>
              <a:defRPr sz="1063"/>
            </a:lvl7pPr>
            <a:lvl8pPr>
              <a:defRPr sz="1063"/>
            </a:lvl8pPr>
            <a:lvl9pPr>
              <a:defRPr sz="106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166337"/>
            <a:ext cx="2090025" cy="2160782"/>
          </a:xfrm>
        </p:spPr>
        <p:txBody>
          <a:bodyPr/>
          <a:lstStyle>
            <a:lvl1pPr marL="0" indent="0">
              <a:buNone/>
              <a:defRPr sz="850"/>
            </a:lvl1pPr>
            <a:lvl2pPr marL="243002" indent="0">
              <a:buNone/>
              <a:defRPr sz="744"/>
            </a:lvl2pPr>
            <a:lvl3pPr marL="486004" indent="0">
              <a:buNone/>
              <a:defRPr sz="638"/>
            </a:lvl3pPr>
            <a:lvl4pPr marL="729005" indent="0">
              <a:buNone/>
              <a:defRPr sz="532"/>
            </a:lvl4pPr>
            <a:lvl5pPr marL="972007" indent="0">
              <a:buNone/>
              <a:defRPr sz="532"/>
            </a:lvl5pPr>
            <a:lvl6pPr marL="1215009" indent="0">
              <a:buNone/>
              <a:defRPr sz="532"/>
            </a:lvl6pPr>
            <a:lvl7pPr marL="1458011" indent="0">
              <a:buNone/>
              <a:defRPr sz="532"/>
            </a:lvl7pPr>
            <a:lvl8pPr marL="1701013" indent="0">
              <a:buNone/>
              <a:defRPr sz="532"/>
            </a:lvl8pPr>
            <a:lvl9pPr marL="1944014" indent="0">
              <a:buNone/>
              <a:defRPr sz="532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03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59186"/>
            <a:ext cx="2090025" cy="907151"/>
          </a:xfrm>
        </p:spPr>
        <p:txBody>
          <a:bodyPr anchor="b"/>
          <a:lstStyle>
            <a:lvl1pPr>
              <a:defRPr sz="170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559770"/>
            <a:ext cx="3280589" cy="2762849"/>
          </a:xfrm>
        </p:spPr>
        <p:txBody>
          <a:bodyPr anchor="t"/>
          <a:lstStyle>
            <a:lvl1pPr marL="0" indent="0">
              <a:buNone/>
              <a:defRPr sz="1701"/>
            </a:lvl1pPr>
            <a:lvl2pPr marL="243002" indent="0">
              <a:buNone/>
              <a:defRPr sz="1488"/>
            </a:lvl2pPr>
            <a:lvl3pPr marL="486004" indent="0">
              <a:buNone/>
              <a:defRPr sz="1276"/>
            </a:lvl3pPr>
            <a:lvl4pPr marL="729005" indent="0">
              <a:buNone/>
              <a:defRPr sz="1063"/>
            </a:lvl4pPr>
            <a:lvl5pPr marL="972007" indent="0">
              <a:buNone/>
              <a:defRPr sz="1063"/>
            </a:lvl5pPr>
            <a:lvl6pPr marL="1215009" indent="0">
              <a:buNone/>
              <a:defRPr sz="1063"/>
            </a:lvl6pPr>
            <a:lvl7pPr marL="1458011" indent="0">
              <a:buNone/>
              <a:defRPr sz="1063"/>
            </a:lvl7pPr>
            <a:lvl8pPr marL="1701013" indent="0">
              <a:buNone/>
              <a:defRPr sz="1063"/>
            </a:lvl8pPr>
            <a:lvl9pPr marL="1944014" indent="0">
              <a:buNone/>
              <a:defRPr sz="1063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166337"/>
            <a:ext cx="2090025" cy="2160782"/>
          </a:xfrm>
        </p:spPr>
        <p:txBody>
          <a:bodyPr/>
          <a:lstStyle>
            <a:lvl1pPr marL="0" indent="0">
              <a:buNone/>
              <a:defRPr sz="850"/>
            </a:lvl1pPr>
            <a:lvl2pPr marL="243002" indent="0">
              <a:buNone/>
              <a:defRPr sz="744"/>
            </a:lvl2pPr>
            <a:lvl3pPr marL="486004" indent="0">
              <a:buNone/>
              <a:defRPr sz="638"/>
            </a:lvl3pPr>
            <a:lvl4pPr marL="729005" indent="0">
              <a:buNone/>
              <a:defRPr sz="532"/>
            </a:lvl4pPr>
            <a:lvl5pPr marL="972007" indent="0">
              <a:buNone/>
              <a:defRPr sz="532"/>
            </a:lvl5pPr>
            <a:lvl6pPr marL="1215009" indent="0">
              <a:buNone/>
              <a:defRPr sz="532"/>
            </a:lvl6pPr>
            <a:lvl7pPr marL="1458011" indent="0">
              <a:buNone/>
              <a:defRPr sz="532"/>
            </a:lvl7pPr>
            <a:lvl8pPr marL="1701013" indent="0">
              <a:buNone/>
              <a:defRPr sz="532"/>
            </a:lvl8pPr>
            <a:lvl9pPr marL="1944014" indent="0">
              <a:buNone/>
              <a:defRPr sz="532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99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06989"/>
            <a:ext cx="1397288" cy="32947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06989"/>
            <a:ext cx="4110861" cy="3294721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83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06989"/>
            <a:ext cx="5589151" cy="75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034943"/>
            <a:ext cx="5589151" cy="246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3603404"/>
            <a:ext cx="1458039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C35DF-FE00-4C8A-80E9-A20F1900790D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3603404"/>
            <a:ext cx="2187059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3603404"/>
            <a:ext cx="1458039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14C97-CAB6-42FB-903D-21C6FC35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07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86004" rtl="0" eaLnBrk="1" latinLnBrk="0" hangingPunct="1">
        <a:lnSpc>
          <a:spcPct val="90000"/>
        </a:lnSpc>
        <a:spcBef>
          <a:spcPct val="0"/>
        </a:spcBef>
        <a:buNone/>
        <a:defRPr sz="23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501" indent="-121501" algn="l" defTabSz="486004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64503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07505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50506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4pPr>
      <a:lvl5pPr marL="1093508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5pPr>
      <a:lvl6pPr marL="1336510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6pPr>
      <a:lvl7pPr marL="1579512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7pPr>
      <a:lvl8pPr marL="1822514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8pPr>
      <a:lvl9pPr marL="2065515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1pPr>
      <a:lvl2pPr marL="243002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2pPr>
      <a:lvl3pPr marL="486004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3pPr>
      <a:lvl4pPr marL="729005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4pPr>
      <a:lvl5pPr marL="972007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5pPr>
      <a:lvl6pPr marL="1215009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6pPr>
      <a:lvl7pPr marL="1458011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7pPr>
      <a:lvl8pPr marL="1701013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8pPr>
      <a:lvl9pPr marL="1944014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16933" y="12700"/>
            <a:ext cx="6447368" cy="3843868"/>
          </a:xfrm>
          <a:prstGeom prst="roundRect">
            <a:avLst>
              <a:gd name="adj" fmla="val 332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=================(CVE-Providing)======================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Reproduce </a:t>
            </a:r>
            <a:r>
              <a:rPr lang="en-US" altLang="zh-CN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$CVE-Id</a:t>
            </a: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vulnerability following three main steps: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==================(Workflow)========================</a:t>
            </a:r>
            <a:endParaRPr lang="en-US" altLang="zh-CN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Firstly, design a reproduction plan into a markdown file, named plan.md.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Secondly, reproduce the vulnerability based on the plan.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Finally, conclude the reproduction to a markdown file, named report.md.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=================== (Rules)=========================</a:t>
            </a:r>
            <a:endParaRPr lang="en-US" altLang="zh-CN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Note, you must follow 5 rules: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Rule-1: *MUST* record the roadblocks that obstacle the reproduction;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Rule-2: *MUST* limit the total cost no more than 5 dollars;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Rule-3: *MUST* done in 24 hours;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Rule-4: *SHOULD* use </a:t>
            </a:r>
            <a:r>
              <a:rPr lang="en-US" altLang="zh-CN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sudo</a:t>
            </a: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password 000000 to install or create anything you need;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Rule-5: *MUST* produce, generate, download, write down everything in '/output'.</a:t>
            </a:r>
            <a:endParaRPr lang="zh-CN" altLang="en-US" b="1" dirty="0">
              <a:solidFill>
                <a:schemeClr val="tx1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88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137</Words>
  <Application>Microsoft Office PowerPoint</Application>
  <PresentationFormat>自定义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Liang</dc:creator>
  <cp:lastModifiedBy>Liang</cp:lastModifiedBy>
  <cp:revision>9</cp:revision>
  <dcterms:created xsi:type="dcterms:W3CDTF">2026-07-21T02:11:09Z</dcterms:created>
  <dcterms:modified xsi:type="dcterms:W3CDTF">2026-07-21T02:32:55Z</dcterms:modified>
</cp:coreProperties>
</file>